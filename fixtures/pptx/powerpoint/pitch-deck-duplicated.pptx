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77-42CB-A68E-5C63525225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77-42CB-A68E-5C63525225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223694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Widescreen</PresentationFormat>
  <Paragraphs>33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Traction</vt:lpstr>
      <vt:lpstr>Team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Hrishikesh Vedantam</cp:lastModifiedBy>
  <cp:revision>1</cp:revision>
  <dcterms:created xsi:type="dcterms:W3CDTF">2026-01-01T00:00:00Z</dcterms:created>
  <dcterms:modified xsi:type="dcterms:W3CDTF">2026-10-17T16:47:45Z</dcterms:modified>
</cp:coreProperties>
</file>