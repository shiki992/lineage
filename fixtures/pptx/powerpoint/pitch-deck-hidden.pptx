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62-4530-990C-373BBC74DD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29</Paragraphs>
  <Slides>8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Lineage</vt:lpstr>
      <vt:lpstr>Lumen Ledger</vt:lpstr>
      <vt:lpstr>Problem</vt:lpstr>
      <vt:lpstr>Solution</vt:lpstr>
      <vt:lpstr>Market</vt:lpstr>
      <vt:lpstr>Product</vt:lpstr>
      <vt:lpstr>Traction</vt:lpstr>
      <vt:lpstr>Team</vt:lpstr>
      <vt:lpstr>The ask</vt:lpstr>
    </vt:vector>
  </TitlesOfParts>
  <Company>Lumen 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cp:revision>1</cp:revision>
  <dcterms:created xsi:type="dcterms:W3CDTF">2026-01-01T00:00:00Z</dcterms:created>
  <dcterms:modified xsi:type="dcterms:W3CDTF">2026-10-17T16:47:47Z</dcterms:modified>
</cp:coreProperties>
</file>