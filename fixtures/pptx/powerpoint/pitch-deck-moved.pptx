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57-4CF0-85B0-0470ABFCC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Product</vt:lpstr>
      <vt:lpstr>Traction</vt:lpstr>
      <vt:lpstr>Market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2026-10-17T16:47:46Z</dcterms:modified>
</cp:coreProperties>
</file>