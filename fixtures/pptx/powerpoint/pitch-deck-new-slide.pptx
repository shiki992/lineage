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C8-460C-8255-D7C41710B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A585-5F74-B48B-58EF-F4AE89B3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F393F-B455-AFD3-962F-B5AF96BDB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1,800 dollars per month per lender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33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Widescreen</PresentationFormat>
  <Paragraphs>31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Team</vt:lpstr>
      <vt:lpstr>Pricing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Hrishikesh Vedantam</cp:lastModifiedBy>
  <cp:revision>1</cp:revision>
  <dcterms:created xsi:type="dcterms:W3CDTF">2026-01-01T00:00:00Z</dcterms:created>
  <dcterms:modified xsi:type="dcterms:W3CDTF">2026-10-17T16:47:46Z</dcterms:modified>
</cp:coreProperties>
</file>