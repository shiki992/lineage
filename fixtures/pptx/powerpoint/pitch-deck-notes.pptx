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6C-481A-B236-1E19ADF488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Lead with the nine-day close.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4673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Microsoft Office PowerPoint</Application>
  <PresentationFormat>Widescreen</PresentationFormat>
  <Paragraphs>30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Lineage fixture generator</cp:lastModifiedBy>
  <cp:revision>1</cp:revision>
  <dcterms:created xsi:type="dcterms:W3CDTF">2026-01-01T00:00:00Z</dcterms:created>
  <dcterms:modified xsi:type="dcterms:W3CDTF">2026-10-17T16:47:48Z</dcterms:modified>
</cp:coreProperties>
</file>