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87-4C84-94F7-90543892F4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General" sourceLinked="1"/>
        <c:majorTickMark val="cross"/>
        <c:minorTickMark val="cross"/>
        <c:tickLblPos val="nextTo"/>
        <c:crossAx val="111111111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Northgate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Your portfolio lenders are our first customers</a:t>
            </a:r>
          </a:p>
        </p:txBody>
      </p:sp>
    </p:spTree>
    <p:extLst>
      <p:ext uri="{BB962C8B-B14F-4D97-AF65-F5344CB8AC3E}">
        <p14:creationId xmlns:p14="http://schemas.microsoft.com/office/powerpoint/2010/main" val="545833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Microsoft Office PowerPoint</Application>
  <PresentationFormat>Widescreen</PresentationFormat>
  <Paragraphs>31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Lineage</vt:lpstr>
      <vt:lpstr>Lumen Ledger</vt:lpstr>
      <vt:lpstr>Problem</vt:lpstr>
      <vt:lpstr>Solution</vt:lpstr>
      <vt:lpstr>Market</vt:lpstr>
      <vt:lpstr>Product</vt:lpstr>
      <vt:lpstr>Traction</vt:lpstr>
      <vt:lpstr>Team</vt:lpstr>
      <vt:lpstr>Why Northgate</vt:lpstr>
      <vt:lpstr>The ask</vt:lpstr>
    </vt:vector>
  </TitlesOfParts>
  <Company>Lumen Ledger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cp:revision>1</cp:revision>
  <dcterms:created xsi:type="dcterms:W3CDTF">2026-01-01T00:00:00Z</dcterms:created>
  <dcterms:modified xsi:type="dcterms:W3CDTF">2026-10-17T16:47:46Z</dcterms:modified>
</cp:coreProperties>
</file>