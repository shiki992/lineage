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D6-449C-AE2A-547BF18041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$2.0M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Widescreen</PresentationFormat>
  <Paragraphs>29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2026-10-17T16:47:47Z</dcterms:modified>
</cp:coreProperties>
</file>