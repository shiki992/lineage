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commentAuthors.xml" ContentType="application/vnd.openxmlformats-officedocument.presentationml.commentAuthor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s/comment2.xml" ContentType="application/vnd.openxmlformats-officedocument.presentationml.comment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rdan Vale" initials="JV" lastIdx="2" clrIdx="0"/>
  <p:cmAuthor id="1" name="Sam Okoro" initials="SO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1-01T00:00:00.000" idx="1">
    <p:pos x="10" y="10"/>
    <p:text>Is Q4 booked or signed?</p:text>
  </p:cm>
  <p:cm authorId="1" dt="2026-01-01T00:00:00.000" idx="2">
    <p:pos x="10" y="10"/>
    <p:text>Add logos of the first customers.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1-01T00:00:00.000" idx="1">
    <p:pos x="10" y="10"/>
    <p:text>Say what the money buys.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Relationship Id="rId4" Type="http://schemas.openxmlformats.org/officeDocument/2006/relationships/comments" Target="../comments/commen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omments" Target="../comments/commen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