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38200" y="1825625"/>
            <a:ext cx="10515600" cy="4351338"/>
            <a:chOff x="838200" y="1825625"/>
            <a:chExt cx="10515600" cy="4351338"/>
          </a:xfrm>
        </p:grpSpPr>
        <p:sp>
          <p:nvSpPr>
            <p:cNvPr id="5" name="TextBox 4"/>
            <p:cNvSpPr txBox="1"/>
            <p:nvPr/>
          </p:nvSpPr>
          <p:spPr>
            <a:xfrm>
              <a:off x="838200" y="5200000"/>
              <a:ext cx="3000000" cy="50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Nightly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200000" y="5200000"/>
              <a:ext cx="3000000" cy="50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Self-checking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8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