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umenledger.example/room?ref=deck&amp;v=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600000"/>
            <a:ext cx="10515600" cy="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room: </a:t>
            </a:r>
            <a:r>
              <a:rPr lang="en-US">
                <a:hlinkClick r:id="rId2"/>
              </a:rPr>
              <a:t>lumenledger.example/room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