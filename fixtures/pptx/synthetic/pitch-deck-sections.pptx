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  <p:extLst>
    <p:ext uri="{521415D9-36F7-43E2-AB2F-B90AF26B5E84}">
      <p14:sectionLst xmlns:p14="http://schemas.microsoft.com/office/powerpoint/2010/main">
        <p14:section name="Story" id="{8C1F2A00-1E2D-4C3B-9A8F-7E6D5C4B3A00}">
          <p14:sldIdLst>
            <p14:sldId id="256"/>
            <p14:sldId id="257"/>
            <p14:sldId id="258"/>
            <p14:sldId id="259"/>
          </p14:sldIdLst>
        </p14:section>
        <p14:section name="Business" id="{8C1F2A01-1E2D-4C3B-9A8F-7E6D5C4B3A01}">
          <p14:sldIdLst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