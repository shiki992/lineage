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of funds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/>
              <a:tblGrid>
                <a:gridCol w="5257800"/>
                <a:gridCol w="5257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Share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60%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30%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2090616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9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